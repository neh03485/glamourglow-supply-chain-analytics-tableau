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D0B08D0-B6F3-4916-94C3-E74048004D0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2ACDB9B-328D-4D0B-852F-BEBB777915D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6/18/2026 6:51:19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REVENUE" id="2" name="slide2">
            <a:extLst>
              <a:ext uri="{FF2B5EF4-FFF2-40B4-BE49-F238E27FC236}">
                <a16:creationId xmlns:a16="http://schemas.microsoft.com/office/drawing/2014/main" id="{905AFC44-2CFD-4B63-9023-F7F539E384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909637"/>
            <a:ext cx="92583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ERAGE DEFECT RATES" id="3" name="slide3">
            <a:extLst>
              <a:ext uri="{FF2B5EF4-FFF2-40B4-BE49-F238E27FC236}">
                <a16:creationId xmlns:a16="http://schemas.microsoft.com/office/drawing/2014/main" id="{E2B4B9C2-B6D8-4E42-9CF8-DC7D2202C5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909637"/>
            <a:ext cx="92583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ERAGE LEAD TIME" id="4" name="slide4">
            <a:extLst>
              <a:ext uri="{FF2B5EF4-FFF2-40B4-BE49-F238E27FC236}">
                <a16:creationId xmlns:a16="http://schemas.microsoft.com/office/drawing/2014/main" id="{A6C2EB48-4760-44E2-B78A-E67E02E122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909637"/>
            <a:ext cx="92583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ntory Health Heatmap" id="5" name="slide5">
            <a:extLst>
              <a:ext uri="{FF2B5EF4-FFF2-40B4-BE49-F238E27FC236}">
                <a16:creationId xmlns:a16="http://schemas.microsoft.com/office/drawing/2014/main" id="{96775425-DBD3-4BC3-80E8-5062F1C25A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2" y="909637"/>
            <a:ext cx="106965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plier Performance Analysis" id="6" name="slide6">
            <a:extLst>
              <a:ext uri="{FF2B5EF4-FFF2-40B4-BE49-F238E27FC236}">
                <a16:creationId xmlns:a16="http://schemas.microsoft.com/office/drawing/2014/main" id="{3A55E4E8-D2CE-4663-B494-0C8BBDCA58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747712"/>
            <a:ext cx="916305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ipping Efficiency by Carrier" id="7" name="slide7">
            <a:extLst>
              <a:ext uri="{FF2B5EF4-FFF2-40B4-BE49-F238E27FC236}">
                <a16:creationId xmlns:a16="http://schemas.microsoft.com/office/drawing/2014/main" id="{BE938A91-EEAF-435F-B6C4-40128F0490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909637"/>
            <a:ext cx="1068705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ply Chain Cost Breakdown" id="8" name="slide8">
            <a:extLst>
              <a:ext uri="{FF2B5EF4-FFF2-40B4-BE49-F238E27FC236}">
                <a16:creationId xmlns:a16="http://schemas.microsoft.com/office/drawing/2014/main" id="{067082AB-ABB0-4D1A-8194-063F7D9C45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828675"/>
            <a:ext cx="106870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9" name="slide9">
            <a:extLst>
              <a:ext uri="{FF2B5EF4-FFF2-40B4-BE49-F238E27FC236}">
                <a16:creationId xmlns:a16="http://schemas.microsoft.com/office/drawing/2014/main" id="{DB9D3B70-D09F-41E5-8618-3ED8633AC10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10" name="slide10">
            <a:extLst>
              <a:ext uri="{FF2B5EF4-FFF2-40B4-BE49-F238E27FC236}">
                <a16:creationId xmlns:a16="http://schemas.microsoft.com/office/drawing/2014/main" id="{FA9EB48F-0C26-43A3-BAAC-05B1D1755F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" y="647700"/>
            <a:ext cx="1100137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2026-06-18T13:21:20Z</dcterms:created>
  <dcterms:modified xsi:type="dcterms:W3CDTF">2026-06-18T13:21:20Z</dcterms:modified>
</cp:coreProperties>
</file>